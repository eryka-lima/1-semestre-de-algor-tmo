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8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CEBED-72E2-45F7-9342-DD67F8D83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343625-81ED-4CE2-8A62-1CBE5058E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1ABE1D-4ADD-4360-88EC-580A518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EB4BC7-E738-4F96-87C9-0E9DD250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C68B7-4FFF-4F21-8F01-DC15FF92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7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449FA-689C-4C38-8D0A-9315B493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02E6E-312A-429A-9BAD-BFB3EB25E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A7EBFB-3BB5-499F-BEA1-4BADF19E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BD947-7D0E-4E8F-8C01-AD9E77DE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B0A74F-E3AC-40F1-B6DE-5AA89512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56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13D6A-8178-4DEC-823A-C174C768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CE08E-CC45-4258-BDF0-BB0F9070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AB185-15D3-4E30-95F0-F79530ED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64329B-642E-4787-B103-8105AD6A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B8D85-5BF7-4E7D-82C9-0105944F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86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C15C1-16E2-4364-9661-EA23F597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7FF3C3-E2B3-4F42-899A-DFE20C6F7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CCA032-05F3-4863-A9C6-B05B56177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83AADD-C652-477B-8F3D-2B6A7BAE4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7B46DE-15DE-490E-A5AD-A7727F27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C8CECB-DF97-41C1-AB48-602D8951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19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FC59F-5D7A-4155-8945-8ADA7C65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87EE4E-E03D-49B3-B600-6A724FF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0FE34B-CF69-430E-88A2-B1DD0A944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AB2738-7835-479A-B437-B2DB77842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FF48BE-EF81-451B-B23D-4CBE1C891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FFB54F-A75C-43BA-83C8-EA343B29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CC9BD6-194C-4BE5-AC5C-C7F0FE34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C77D6F-A456-4D3C-AE13-81A797DD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86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0BFC8-5EC2-4539-88B0-4DB847E8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B2C4D1-AAE3-495A-ABD1-8C8DFDA3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720914-1152-4621-85CE-E0240E0F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2CB9F5F-918B-45D8-8C4A-D2A6200A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6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B1C5C5-8715-47EE-93BE-2B1C1F52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6BAB0D-3779-4564-8CC6-69704FFA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66C03-CF4E-4CBB-B0AE-C22E174F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8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2DAC7-7298-4522-A804-8DBBFAE3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AFB34-BE48-45AA-AFAB-038E2358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DEB776-F696-47ED-8920-4FEBDB34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6D6C0C-D518-48EE-8870-1D1FE17E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ABE797-C7F5-4588-8C3D-F52BCD12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329BC1-B7AE-4A40-B5DB-740747BD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39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4078A-CDC9-45D2-A773-8C08C7461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0FE5CB-9937-4CEC-88A7-89E994B47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28E9FB-9131-408E-8BC1-58DB481B6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BAD7EC-DEE8-43A4-85F7-5FAAD530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4ADAC7-08C2-4328-B23C-2D49EC1B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9E79C3-BDA1-467C-A60A-7F40AD1D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51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3BF99-BCCE-41B1-AE07-02DF5DE8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474813-65D8-49B7-A7D6-04EDF28FB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EC2E1-DA2A-4927-9671-1CAF9BB6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E19147-8A58-491B-B3F2-BC660A1B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5EFBB-CA3B-432B-9B95-A68AD603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73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6A66E2-B778-469A-8096-7D630FB17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6D8694-3FC0-4903-9E1A-26131E971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3B72A-06F7-4545-814D-2CC4DDC6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6DF414-84E3-4351-9ACC-E04BD942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C28D7-2C9B-4273-9095-FE21D2D3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17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D9AF82-1D61-4DC8-9CA9-C782D33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429C9B-0E8F-46DA-AD12-1C4D445A7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D08232-8BA7-463F-A6F2-5AC1DA219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EAA75-BE16-48AD-AABC-ADF26EB0AA8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313DD-94D9-475B-929C-BDF71A09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544B5-9093-4794-8F2B-FD736E010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631DB-F0E3-40FD-9B42-98DCAF45B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25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ipse 27">
            <a:extLst>
              <a:ext uri="{FF2B5EF4-FFF2-40B4-BE49-F238E27FC236}">
                <a16:creationId xmlns:a16="http://schemas.microsoft.com/office/drawing/2014/main" id="{B2D7C1CA-95A0-4960-8696-FA225B2712ED}"/>
              </a:ext>
            </a:extLst>
          </p:cNvPr>
          <p:cNvSpPr/>
          <p:nvPr/>
        </p:nvSpPr>
        <p:spPr>
          <a:xfrm>
            <a:off x="2933317" y="912934"/>
            <a:ext cx="278296" cy="2782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0403F8E-D95E-4451-B244-7FF25161848A}"/>
              </a:ext>
            </a:extLst>
          </p:cNvPr>
          <p:cNvSpPr/>
          <p:nvPr/>
        </p:nvSpPr>
        <p:spPr>
          <a:xfrm>
            <a:off x="2124934" y="1405539"/>
            <a:ext cx="1881809" cy="5254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Receber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A865155-B3E0-4DF4-8DC8-04E186DFFAE3}"/>
              </a:ext>
            </a:extLst>
          </p:cNvPr>
          <p:cNvSpPr/>
          <p:nvPr/>
        </p:nvSpPr>
        <p:spPr>
          <a:xfrm>
            <a:off x="4016354" y="3513083"/>
            <a:ext cx="1881809" cy="6866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Emitir “Você já pode votar”)</a:t>
            </a:r>
          </a:p>
        </p:txBody>
      </p:sp>
      <p:sp>
        <p:nvSpPr>
          <p:cNvPr id="33" name="Losango 32">
            <a:extLst>
              <a:ext uri="{FF2B5EF4-FFF2-40B4-BE49-F238E27FC236}">
                <a16:creationId xmlns:a16="http://schemas.microsoft.com/office/drawing/2014/main" id="{68F2C7BF-C746-4862-BDB0-D19376700C1F}"/>
              </a:ext>
            </a:extLst>
          </p:cNvPr>
          <p:cNvSpPr/>
          <p:nvPr/>
        </p:nvSpPr>
        <p:spPr>
          <a:xfrm>
            <a:off x="2187716" y="2561552"/>
            <a:ext cx="1762540" cy="861391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5E54B41-9C22-419F-8370-84B5EC5A18C0}"/>
              </a:ext>
            </a:extLst>
          </p:cNvPr>
          <p:cNvCxnSpPr>
            <a:cxnSpLocks/>
            <a:stCxn id="28" idx="4"/>
            <a:endCxn id="31" idx="0"/>
          </p:cNvCxnSpPr>
          <p:nvPr/>
        </p:nvCxnSpPr>
        <p:spPr>
          <a:xfrm flipH="1">
            <a:off x="3065839" y="1191229"/>
            <a:ext cx="6626" cy="214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05D30E6C-4131-45C1-A005-B959C825E338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3065839" y="1930957"/>
            <a:ext cx="3147" cy="630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EB96148E-2101-4AF8-B283-189F243560BB}"/>
              </a:ext>
            </a:extLst>
          </p:cNvPr>
          <p:cNvCxnSpPr>
            <a:cxnSpLocks/>
            <a:stCxn id="33" idx="3"/>
            <a:endCxn id="32" idx="0"/>
          </p:cNvCxnSpPr>
          <p:nvPr/>
        </p:nvCxnSpPr>
        <p:spPr>
          <a:xfrm>
            <a:off x="3950256" y="2992248"/>
            <a:ext cx="1007003" cy="520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50A5EA0-A3E1-479C-B04E-1ACA64910EC6}"/>
              </a:ext>
            </a:extLst>
          </p:cNvPr>
          <p:cNvSpPr txBox="1"/>
          <p:nvPr/>
        </p:nvSpPr>
        <p:spPr>
          <a:xfrm>
            <a:off x="2689301" y="2652504"/>
            <a:ext cx="707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Idade</a:t>
            </a:r>
          </a:p>
          <a:p>
            <a:pPr algn="ctr"/>
            <a:r>
              <a:rPr lang="pt-BR" dirty="0"/>
              <a:t>&gt;= 16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2688D1-67E8-4A83-8D27-C2185ECDCA7C}"/>
              </a:ext>
            </a:extLst>
          </p:cNvPr>
          <p:cNvSpPr txBox="1"/>
          <p:nvPr/>
        </p:nvSpPr>
        <p:spPr>
          <a:xfrm>
            <a:off x="3995300" y="2708194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3F10D798-5721-4A12-A77C-146218F91920}"/>
              </a:ext>
            </a:extLst>
          </p:cNvPr>
          <p:cNvSpPr/>
          <p:nvPr/>
        </p:nvSpPr>
        <p:spPr>
          <a:xfrm>
            <a:off x="2678486" y="6102686"/>
            <a:ext cx="278296" cy="2782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9699730-7F31-4427-8591-6B8EB99F9787}"/>
              </a:ext>
            </a:extLst>
          </p:cNvPr>
          <p:cNvSpPr/>
          <p:nvPr/>
        </p:nvSpPr>
        <p:spPr>
          <a:xfrm>
            <a:off x="2605602" y="6023174"/>
            <a:ext cx="437322" cy="4306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379B01EE-2608-4A79-A5E5-BB89ABBF0717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2824263" y="5862918"/>
            <a:ext cx="156" cy="160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27F41482-25DB-4BAB-A49E-3ABF64D5644B}"/>
              </a:ext>
            </a:extLst>
          </p:cNvPr>
          <p:cNvCxnSpPr>
            <a:cxnSpLocks/>
            <a:stCxn id="32" idx="2"/>
            <a:endCxn id="44" idx="0"/>
          </p:cNvCxnSpPr>
          <p:nvPr/>
        </p:nvCxnSpPr>
        <p:spPr>
          <a:xfrm rot="5400000">
            <a:off x="2979035" y="4044950"/>
            <a:ext cx="1823452" cy="2132996"/>
          </a:xfrm>
          <a:prstGeom prst="bentConnector3">
            <a:avLst>
              <a:gd name="adj1" fmla="val 515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6A654DC2-1C9B-6E51-2408-744CB1837794}"/>
              </a:ext>
            </a:extLst>
          </p:cNvPr>
          <p:cNvCxnSpPr>
            <a:cxnSpLocks/>
            <a:stCxn id="33" idx="1"/>
            <a:endCxn id="44" idx="0"/>
          </p:cNvCxnSpPr>
          <p:nvPr/>
        </p:nvCxnSpPr>
        <p:spPr>
          <a:xfrm rot="10800000" flipH="1" flipV="1">
            <a:off x="2187715" y="2992248"/>
            <a:ext cx="636547" cy="3030926"/>
          </a:xfrm>
          <a:prstGeom prst="bentConnector4">
            <a:avLst>
              <a:gd name="adj1" fmla="val -221268"/>
              <a:gd name="adj2" fmla="val 70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878402-6C31-FD7B-522B-2BEB2C2C10BD}"/>
              </a:ext>
            </a:extLst>
          </p:cNvPr>
          <p:cNvSpPr txBox="1"/>
          <p:nvPr/>
        </p:nvSpPr>
        <p:spPr>
          <a:xfrm>
            <a:off x="1670990" y="2682928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1953E76-410A-0497-24F1-FEF04AE5E97C}"/>
              </a:ext>
            </a:extLst>
          </p:cNvPr>
          <p:cNvSpPr txBox="1"/>
          <p:nvPr/>
        </p:nvSpPr>
        <p:spPr>
          <a:xfrm>
            <a:off x="7617621" y="2561552"/>
            <a:ext cx="3998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Receber a idade</a:t>
            </a:r>
          </a:p>
          <a:p>
            <a:endParaRPr lang="pt-BR" dirty="0"/>
          </a:p>
          <a:p>
            <a:r>
              <a:rPr lang="pt-BR" dirty="0"/>
              <a:t>Se idade for a partir de 16, emitir “Você já pode votar”.</a:t>
            </a:r>
          </a:p>
          <a:p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90605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 animBg="1"/>
      <p:bldP spid="40" grpId="0"/>
      <p:bldP spid="41" grpId="0"/>
      <p:bldP spid="43" grpId="0" animBg="1"/>
      <p:bldP spid="44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A62B-97E8-6285-2529-904D7DF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9D0D1022-985E-F133-1F47-F43552C7EA8F}"/>
              </a:ext>
            </a:extLst>
          </p:cNvPr>
          <p:cNvSpPr/>
          <p:nvPr/>
        </p:nvSpPr>
        <p:spPr>
          <a:xfrm>
            <a:off x="1421087" y="2865247"/>
            <a:ext cx="1948070" cy="5300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&lt; 16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747D1E3-9D9B-A35C-5DF3-B891E15BBC6D}"/>
              </a:ext>
            </a:extLst>
          </p:cNvPr>
          <p:cNvSpPr/>
          <p:nvPr/>
        </p:nvSpPr>
        <p:spPr>
          <a:xfrm>
            <a:off x="3385876" y="2865247"/>
            <a:ext cx="1948070" cy="5300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&gt;=16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22F32BB-95CB-8FD6-8A5E-135D6B06B716}"/>
              </a:ext>
            </a:extLst>
          </p:cNvPr>
          <p:cNvSpPr txBox="1"/>
          <p:nvPr/>
        </p:nvSpPr>
        <p:spPr>
          <a:xfrm>
            <a:off x="465001" y="1990604"/>
            <a:ext cx="11176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solidFill>
                  <a:srgbClr val="FF0000"/>
                </a:solidFill>
              </a:rPr>
              <a:t>...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EA196ED8-E400-5314-0E60-B5045919EC56}"/>
              </a:ext>
            </a:extLst>
          </p:cNvPr>
          <p:cNvCxnSpPr>
            <a:cxnSpLocks/>
          </p:cNvCxnSpPr>
          <p:nvPr/>
        </p:nvCxnSpPr>
        <p:spPr>
          <a:xfrm>
            <a:off x="3378543" y="2383959"/>
            <a:ext cx="0" cy="191137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9832779-3B4C-71E2-BD19-433155B7F6E9}"/>
              </a:ext>
            </a:extLst>
          </p:cNvPr>
          <p:cNvSpPr txBox="1"/>
          <p:nvPr/>
        </p:nvSpPr>
        <p:spPr>
          <a:xfrm>
            <a:off x="1449529" y="3770833"/>
            <a:ext cx="193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...,12,13,14,15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389ADF9-C2A7-11F4-7E91-3F80532C3C1C}"/>
              </a:ext>
            </a:extLst>
          </p:cNvPr>
          <p:cNvSpPr txBox="1"/>
          <p:nvPr/>
        </p:nvSpPr>
        <p:spPr>
          <a:xfrm>
            <a:off x="3482106" y="3770833"/>
            <a:ext cx="238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16, 17, 18, ....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47C19E-F860-0C8D-F29F-8CC9805D0B82}"/>
              </a:ext>
            </a:extLst>
          </p:cNvPr>
          <p:cNvSpPr txBox="1"/>
          <p:nvPr/>
        </p:nvSpPr>
        <p:spPr>
          <a:xfrm>
            <a:off x="7617621" y="2561552"/>
            <a:ext cx="3998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Receber a idade</a:t>
            </a:r>
          </a:p>
          <a:p>
            <a:endParaRPr lang="pt-BR" dirty="0"/>
          </a:p>
          <a:p>
            <a:r>
              <a:rPr lang="pt-BR" dirty="0"/>
              <a:t>Se idade for a partir de 16, emitir “Você já pode votar”.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D26D58-A74E-DD89-7444-841DB9AFBBD6}"/>
              </a:ext>
            </a:extLst>
          </p:cNvPr>
          <p:cNvSpPr txBox="1"/>
          <p:nvPr/>
        </p:nvSpPr>
        <p:spPr>
          <a:xfrm>
            <a:off x="5341278" y="1990604"/>
            <a:ext cx="11176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solidFill>
                  <a:srgbClr val="00B050"/>
                </a:solidFill>
              </a:rPr>
              <a:t>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4ACCB9-E067-4391-767E-6D76E9C3403A}"/>
              </a:ext>
            </a:extLst>
          </p:cNvPr>
          <p:cNvSpPr txBox="1"/>
          <p:nvPr/>
        </p:nvSpPr>
        <p:spPr>
          <a:xfrm>
            <a:off x="3412822" y="2131458"/>
            <a:ext cx="3046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Você já pode votar</a:t>
            </a:r>
          </a:p>
        </p:txBody>
      </p:sp>
    </p:spTree>
    <p:extLst>
      <p:ext uri="{BB962C8B-B14F-4D97-AF65-F5344CB8AC3E}">
        <p14:creationId xmlns:p14="http://schemas.microsoft.com/office/powerpoint/2010/main" val="367671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69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Claudio Frizzarini</dc:creator>
  <cp:lastModifiedBy>Claudio Frizzarini</cp:lastModifiedBy>
  <cp:revision>7</cp:revision>
  <dcterms:created xsi:type="dcterms:W3CDTF">2021-09-09T21:47:06Z</dcterms:created>
  <dcterms:modified xsi:type="dcterms:W3CDTF">2026-02-25T15:11:23Z</dcterms:modified>
</cp:coreProperties>
</file>